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7772400" cy="100584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036440" y="732600"/>
            <a:ext cx="5698800" cy="155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1036440" y="2544840"/>
            <a:ext cx="5698800" cy="5415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 txBox="1"/>
          <p:nvPr/>
        </p:nvSpPr>
        <p:spPr>
          <a:xfrm>
            <a:off x="721440" y="525240"/>
            <a:ext cx="3573000" cy="33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DocCraft sample document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"/>
          <p:cNvSpPr txBox="1"/>
          <p:nvPr/>
        </p:nvSpPr>
        <p:spPr>
          <a:xfrm>
            <a:off x="721440" y="945720"/>
            <a:ext cx="588744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This paragraph checks that body text survives conversion. DocCraft converts documents locally.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"/>
          <p:cNvSpPr txBox="1"/>
          <p:nvPr/>
        </p:nvSpPr>
        <p:spPr>
          <a:xfrm>
            <a:off x="843840" y="1283400"/>
            <a:ext cx="30528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Item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"/>
          <p:cNvSpPr txBox="1"/>
          <p:nvPr/>
        </p:nvSpPr>
        <p:spPr>
          <a:xfrm>
            <a:off x="1338480" y="1283400"/>
            <a:ext cx="24624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Qty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"/>
          <p:cNvSpPr txBox="1"/>
          <p:nvPr/>
        </p:nvSpPr>
        <p:spPr>
          <a:xfrm>
            <a:off x="759600" y="1544400"/>
            <a:ext cx="4323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Apples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"/>
          <p:cNvSpPr txBox="1"/>
          <p:nvPr/>
        </p:nvSpPr>
        <p:spPr>
          <a:xfrm>
            <a:off x="1308240" y="1544400"/>
            <a:ext cx="1519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759600" y="1805400"/>
            <a:ext cx="33084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Pears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"/>
          <p:cNvSpPr/>
          <p:nvPr/>
        </p:nvSpPr>
        <p:spPr>
          <a:xfrm>
            <a:off x="715320" y="1231200"/>
            <a:ext cx="558360" cy="0"/>
          </a:xfrm>
          <a:prstGeom prst="line">
            <a:avLst/>
          </a:prstGeom>
          <a:ln w="2880">
            <a:solidFill>
              <a:srgbClr val="808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-1440" rIns="144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"/>
          <p:cNvSpPr/>
          <p:nvPr/>
        </p:nvSpPr>
        <p:spPr>
          <a:xfrm>
            <a:off x="721800" y="1237320"/>
            <a:ext cx="545400" cy="0"/>
          </a:xfrm>
          <a:prstGeom prst="line">
            <a:avLst/>
          </a:prstGeom>
          <a:ln w="2880">
            <a:solidFill>
              <a:srgbClr val="808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-1440" rIns="144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"/>
          <p:cNvSpPr/>
          <p:nvPr/>
        </p:nvSpPr>
        <p:spPr>
          <a:xfrm>
            <a:off x="1263960" y="1231200"/>
            <a:ext cx="392040" cy="0"/>
          </a:xfrm>
          <a:prstGeom prst="line">
            <a:avLst/>
          </a:prstGeom>
          <a:ln w="2880">
            <a:solidFill>
              <a:srgbClr val="808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-1440" rIns="144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"/>
          <p:cNvSpPr/>
          <p:nvPr/>
        </p:nvSpPr>
        <p:spPr>
          <a:xfrm>
            <a:off x="1270440" y="1237320"/>
            <a:ext cx="379080" cy="0"/>
          </a:xfrm>
          <a:prstGeom prst="line">
            <a:avLst/>
          </a:prstGeom>
          <a:ln w="2880">
            <a:solidFill>
              <a:srgbClr val="808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-1440" rIns="144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"/>
          <p:cNvSpPr/>
          <p:nvPr/>
        </p:nvSpPr>
        <p:spPr>
          <a:xfrm>
            <a:off x="731880" y="1492560"/>
            <a:ext cx="535320" cy="0"/>
          </a:xfrm>
          <a:prstGeom prst="line">
            <a:avLst/>
          </a:prstGeom>
          <a:ln w="2880">
            <a:solidFill>
              <a:srgbClr val="808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-1440" rIns="144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"/>
          <p:cNvSpPr/>
          <p:nvPr/>
        </p:nvSpPr>
        <p:spPr>
          <a:xfrm>
            <a:off x="731880" y="1499040"/>
            <a:ext cx="535320" cy="0"/>
          </a:xfrm>
          <a:prstGeom prst="line">
            <a:avLst/>
          </a:prstGeom>
          <a:ln w="2880">
            <a:solidFill>
              <a:srgbClr val="808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-1440" rIns="144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"/>
          <p:cNvSpPr/>
          <p:nvPr/>
        </p:nvSpPr>
        <p:spPr>
          <a:xfrm>
            <a:off x="1270440" y="1492560"/>
            <a:ext cx="369000" cy="0"/>
          </a:xfrm>
          <a:prstGeom prst="line">
            <a:avLst/>
          </a:prstGeom>
          <a:ln w="2880">
            <a:solidFill>
              <a:srgbClr val="808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-1440" rIns="144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"/>
          <p:cNvSpPr/>
          <p:nvPr/>
        </p:nvSpPr>
        <p:spPr>
          <a:xfrm>
            <a:off x="1270440" y="1499040"/>
            <a:ext cx="369000" cy="0"/>
          </a:xfrm>
          <a:prstGeom prst="line">
            <a:avLst/>
          </a:prstGeom>
          <a:ln w="2880">
            <a:solidFill>
              <a:srgbClr val="808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-1440" rIns="144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"/>
          <p:cNvSpPr/>
          <p:nvPr/>
        </p:nvSpPr>
        <p:spPr>
          <a:xfrm>
            <a:off x="731880" y="1753200"/>
            <a:ext cx="535320" cy="0"/>
          </a:xfrm>
          <a:prstGeom prst="line">
            <a:avLst/>
          </a:prstGeom>
          <a:ln w="2880">
            <a:solidFill>
              <a:srgbClr val="808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-1440" rIns="144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"/>
          <p:cNvSpPr/>
          <p:nvPr/>
        </p:nvSpPr>
        <p:spPr>
          <a:xfrm>
            <a:off x="731880" y="1759320"/>
            <a:ext cx="535320" cy="0"/>
          </a:xfrm>
          <a:prstGeom prst="line">
            <a:avLst/>
          </a:prstGeom>
          <a:ln w="2880">
            <a:solidFill>
              <a:srgbClr val="808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-1440" rIns="144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"/>
          <p:cNvSpPr/>
          <p:nvPr/>
        </p:nvSpPr>
        <p:spPr>
          <a:xfrm>
            <a:off x="1270440" y="1753200"/>
            <a:ext cx="369000" cy="0"/>
          </a:xfrm>
          <a:prstGeom prst="line">
            <a:avLst/>
          </a:prstGeom>
          <a:ln w="2880">
            <a:solidFill>
              <a:srgbClr val="808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-1440" rIns="144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"/>
          <p:cNvSpPr/>
          <p:nvPr/>
        </p:nvSpPr>
        <p:spPr>
          <a:xfrm>
            <a:off x="1270440" y="1759320"/>
            <a:ext cx="369000" cy="0"/>
          </a:xfrm>
          <a:prstGeom prst="line">
            <a:avLst/>
          </a:prstGeom>
          <a:ln w="2880">
            <a:solidFill>
              <a:srgbClr val="808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-1440" rIns="144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"/>
          <p:cNvSpPr/>
          <p:nvPr/>
        </p:nvSpPr>
        <p:spPr>
          <a:xfrm>
            <a:off x="721800" y="2014560"/>
            <a:ext cx="545400" cy="0"/>
          </a:xfrm>
          <a:prstGeom prst="line">
            <a:avLst/>
          </a:prstGeom>
          <a:ln w="2880">
            <a:solidFill>
              <a:srgbClr val="808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-1440" rIns="144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"/>
          <p:cNvSpPr/>
          <p:nvPr/>
        </p:nvSpPr>
        <p:spPr>
          <a:xfrm>
            <a:off x="715320" y="2021040"/>
            <a:ext cx="558360" cy="0"/>
          </a:xfrm>
          <a:prstGeom prst="line">
            <a:avLst/>
          </a:prstGeom>
          <a:ln w="2880">
            <a:solidFill>
              <a:srgbClr val="808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-1440" rIns="144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"/>
          <p:cNvSpPr/>
          <p:nvPr/>
        </p:nvSpPr>
        <p:spPr>
          <a:xfrm>
            <a:off x="1270440" y="2014560"/>
            <a:ext cx="379080" cy="0"/>
          </a:xfrm>
          <a:prstGeom prst="line">
            <a:avLst/>
          </a:prstGeom>
          <a:ln w="2880">
            <a:solidFill>
              <a:srgbClr val="808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-1440" rIns="144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"/>
          <p:cNvSpPr/>
          <p:nvPr/>
        </p:nvSpPr>
        <p:spPr>
          <a:xfrm>
            <a:off x="1263960" y="2021040"/>
            <a:ext cx="392040" cy="0"/>
          </a:xfrm>
          <a:prstGeom prst="line">
            <a:avLst/>
          </a:prstGeom>
          <a:ln w="2880">
            <a:solidFill>
              <a:srgbClr val="808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-1440" rIns="144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"/>
          <p:cNvSpPr/>
          <p:nvPr/>
        </p:nvSpPr>
        <p:spPr>
          <a:xfrm>
            <a:off x="723240" y="1235520"/>
            <a:ext cx="0" cy="258480"/>
          </a:xfrm>
          <a:prstGeom prst="line">
            <a:avLst/>
          </a:prstGeom>
          <a:ln w="2880">
            <a:solidFill>
              <a:srgbClr val="808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"/>
          <p:cNvSpPr/>
          <p:nvPr/>
        </p:nvSpPr>
        <p:spPr>
          <a:xfrm>
            <a:off x="716760" y="1229040"/>
            <a:ext cx="0" cy="271440"/>
          </a:xfrm>
          <a:prstGeom prst="line">
            <a:avLst/>
          </a:prstGeom>
          <a:ln w="2880">
            <a:solidFill>
              <a:srgbClr val="808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"/>
          <p:cNvSpPr/>
          <p:nvPr/>
        </p:nvSpPr>
        <p:spPr>
          <a:xfrm>
            <a:off x="723240" y="1497240"/>
            <a:ext cx="0" cy="257040"/>
          </a:xfrm>
          <a:prstGeom prst="line">
            <a:avLst/>
          </a:prstGeom>
          <a:ln w="2880">
            <a:solidFill>
              <a:srgbClr val="808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"/>
          <p:cNvSpPr/>
          <p:nvPr/>
        </p:nvSpPr>
        <p:spPr>
          <a:xfrm>
            <a:off x="716760" y="1490760"/>
            <a:ext cx="0" cy="270000"/>
          </a:xfrm>
          <a:prstGeom prst="line">
            <a:avLst/>
          </a:prstGeom>
          <a:ln w="2880">
            <a:solidFill>
              <a:srgbClr val="808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"/>
          <p:cNvSpPr/>
          <p:nvPr/>
        </p:nvSpPr>
        <p:spPr>
          <a:xfrm>
            <a:off x="723240" y="1757520"/>
            <a:ext cx="0" cy="258480"/>
          </a:xfrm>
          <a:prstGeom prst="line">
            <a:avLst/>
          </a:prstGeom>
          <a:ln w="2880">
            <a:solidFill>
              <a:srgbClr val="808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"/>
          <p:cNvSpPr/>
          <p:nvPr/>
        </p:nvSpPr>
        <p:spPr>
          <a:xfrm>
            <a:off x="716760" y="1751040"/>
            <a:ext cx="0" cy="271080"/>
          </a:xfrm>
          <a:prstGeom prst="line">
            <a:avLst/>
          </a:prstGeom>
          <a:ln w="2880">
            <a:solidFill>
              <a:srgbClr val="808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"/>
          <p:cNvSpPr/>
          <p:nvPr/>
        </p:nvSpPr>
        <p:spPr>
          <a:xfrm>
            <a:off x="1271880" y="1245600"/>
            <a:ext cx="0" cy="248400"/>
          </a:xfrm>
          <a:prstGeom prst="line">
            <a:avLst/>
          </a:prstGeom>
          <a:ln w="2880">
            <a:solidFill>
              <a:srgbClr val="808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"/>
          <p:cNvSpPr/>
          <p:nvPr/>
        </p:nvSpPr>
        <p:spPr>
          <a:xfrm>
            <a:off x="1265400" y="1245600"/>
            <a:ext cx="0" cy="248400"/>
          </a:xfrm>
          <a:prstGeom prst="line">
            <a:avLst/>
          </a:prstGeom>
          <a:ln w="2880">
            <a:solidFill>
              <a:srgbClr val="808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"/>
          <p:cNvSpPr/>
          <p:nvPr/>
        </p:nvSpPr>
        <p:spPr>
          <a:xfrm>
            <a:off x="1271880" y="1497240"/>
            <a:ext cx="0" cy="257040"/>
          </a:xfrm>
          <a:prstGeom prst="line">
            <a:avLst/>
          </a:prstGeom>
          <a:ln w="2880">
            <a:solidFill>
              <a:srgbClr val="808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"/>
          <p:cNvSpPr/>
          <p:nvPr/>
        </p:nvSpPr>
        <p:spPr>
          <a:xfrm>
            <a:off x="1265400" y="1497240"/>
            <a:ext cx="0" cy="257040"/>
          </a:xfrm>
          <a:prstGeom prst="line">
            <a:avLst/>
          </a:prstGeom>
          <a:ln w="2880">
            <a:solidFill>
              <a:srgbClr val="808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"/>
          <p:cNvSpPr/>
          <p:nvPr/>
        </p:nvSpPr>
        <p:spPr>
          <a:xfrm>
            <a:off x="1271880" y="1757520"/>
            <a:ext cx="0" cy="248400"/>
          </a:xfrm>
          <a:prstGeom prst="line">
            <a:avLst/>
          </a:prstGeom>
          <a:ln w="2880">
            <a:solidFill>
              <a:srgbClr val="808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"/>
          <p:cNvSpPr/>
          <p:nvPr/>
        </p:nvSpPr>
        <p:spPr>
          <a:xfrm>
            <a:off x="1265400" y="1757520"/>
            <a:ext cx="0" cy="248400"/>
          </a:xfrm>
          <a:prstGeom prst="line">
            <a:avLst/>
          </a:prstGeom>
          <a:ln w="2880">
            <a:solidFill>
              <a:srgbClr val="808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"/>
          <p:cNvSpPr/>
          <p:nvPr/>
        </p:nvSpPr>
        <p:spPr>
          <a:xfrm>
            <a:off x="1653840" y="1229040"/>
            <a:ext cx="0" cy="271440"/>
          </a:xfrm>
          <a:prstGeom prst="line">
            <a:avLst/>
          </a:prstGeom>
          <a:ln w="2880">
            <a:solidFill>
              <a:srgbClr val="808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"/>
          <p:cNvSpPr/>
          <p:nvPr/>
        </p:nvSpPr>
        <p:spPr>
          <a:xfrm>
            <a:off x="1647720" y="1235520"/>
            <a:ext cx="0" cy="258480"/>
          </a:xfrm>
          <a:prstGeom prst="line">
            <a:avLst/>
          </a:prstGeom>
          <a:ln w="2880">
            <a:solidFill>
              <a:srgbClr val="808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"/>
          <p:cNvSpPr/>
          <p:nvPr/>
        </p:nvSpPr>
        <p:spPr>
          <a:xfrm>
            <a:off x="1653840" y="1490760"/>
            <a:ext cx="0" cy="270000"/>
          </a:xfrm>
          <a:prstGeom prst="line">
            <a:avLst/>
          </a:prstGeom>
          <a:ln w="2880">
            <a:solidFill>
              <a:srgbClr val="808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"/>
          <p:cNvSpPr/>
          <p:nvPr/>
        </p:nvSpPr>
        <p:spPr>
          <a:xfrm>
            <a:off x="1647720" y="1497240"/>
            <a:ext cx="0" cy="257040"/>
          </a:xfrm>
          <a:prstGeom prst="line">
            <a:avLst/>
          </a:prstGeom>
          <a:ln w="2880">
            <a:solidFill>
              <a:srgbClr val="808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"/>
          <p:cNvSpPr/>
          <p:nvPr/>
        </p:nvSpPr>
        <p:spPr>
          <a:xfrm>
            <a:off x="1653840" y="1751040"/>
            <a:ext cx="0" cy="271080"/>
          </a:xfrm>
          <a:prstGeom prst="line">
            <a:avLst/>
          </a:prstGeom>
          <a:ln w="2880">
            <a:solidFill>
              <a:srgbClr val="808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"/>
          <p:cNvSpPr/>
          <p:nvPr/>
        </p:nvSpPr>
        <p:spPr>
          <a:xfrm>
            <a:off x="1647720" y="1757520"/>
            <a:ext cx="0" cy="258480"/>
          </a:xfrm>
          <a:prstGeom prst="line">
            <a:avLst/>
          </a:prstGeom>
          <a:ln w="2880">
            <a:solidFill>
              <a:srgbClr val="808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5" name=""/>
          <p:cNvPicPr/>
          <p:nvPr/>
        </p:nvPicPr>
        <p:blipFill>
          <a:blip r:embed="rId1"/>
          <a:stretch/>
        </p:blipFill>
        <p:spPr>
          <a:xfrm>
            <a:off x="720000" y="2021040"/>
            <a:ext cx="2285640" cy="1142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" name=""/>
          <p:cNvSpPr txBox="1"/>
          <p:nvPr/>
        </p:nvSpPr>
        <p:spPr>
          <a:xfrm>
            <a:off x="1308240" y="1805400"/>
            <a:ext cx="1519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"/>
          <p:cNvSpPr txBox="1"/>
          <p:nvPr/>
        </p:nvSpPr>
        <p:spPr>
          <a:xfrm>
            <a:off x="721440" y="369720"/>
            <a:ext cx="121356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Second page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721440" y="705600"/>
            <a:ext cx="19299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Text after a manual page break.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LibreOffice/26.2.1.2$Windows_X86_64 LibreOffice_project/620$Build-2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